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ileron Light" charset="1" panose="00000400000000000000"/>
      <p:regular r:id="rId12"/>
    </p:embeddedFont>
    <p:embeddedFont>
      <p:font typeface="Aileron" charset="1" panose="00000500000000000000"/>
      <p:regular r:id="rId13"/>
    </p:embeddedFont>
    <p:embeddedFont>
      <p:font typeface="Aileron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568" y="2104470"/>
            <a:ext cx="16900864" cy="5996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3066"/>
              </a:lnSpc>
            </a:pPr>
            <a:r>
              <a:rPr lang="en-US" sz="23066" spc="-1729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POORVAM PITCH  DECK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234" y="9049925"/>
            <a:ext cx="8732101" cy="48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657"/>
              </a:lnSpc>
            </a:pPr>
            <a:r>
              <a:rPr lang="en-US" sz="3657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KJSSE AFTERMATH  ‘26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74973" y="9087565"/>
            <a:ext cx="4062487" cy="44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0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WWW.POORVAM.AI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7234" y="799457"/>
            <a:ext cx="4399121" cy="51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TEAM DECRYPTERS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143500"/>
            <a:ext cx="6896600" cy="4651787"/>
          </a:xfrm>
          <a:custGeom>
            <a:avLst/>
            <a:gdLst/>
            <a:ahLst/>
            <a:cxnLst/>
            <a:rect r="r" b="b" t="t" l="l"/>
            <a:pathLst>
              <a:path h="4651787" w="6896600">
                <a:moveTo>
                  <a:pt x="0" y="0"/>
                </a:moveTo>
                <a:lnTo>
                  <a:pt x="6896600" y="0"/>
                </a:lnTo>
                <a:lnTo>
                  <a:pt x="6896600" y="4651787"/>
                </a:lnTo>
                <a:lnTo>
                  <a:pt x="0" y="4651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5" t="0" r="-195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415" y="2539978"/>
            <a:ext cx="8419117" cy="218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60"/>
              </a:lnSpc>
            </a:pPr>
            <a:r>
              <a:rPr lang="en-US" b="true" sz="357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blue-collar market in India is super disorganized, we wanted to fix that by making a super cool app, but we ran into some problems....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025029"/>
            <a:ext cx="8603625" cy="54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3957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 1: Over 450M blue collar workers in India do not own a smartphone. That’s almost all of them!</a:t>
            </a:r>
          </a:p>
          <a:p>
            <a:pPr algn="l">
              <a:lnSpc>
                <a:spcPts val="4828"/>
              </a:lnSpc>
            </a:pPr>
          </a:p>
          <a:p>
            <a:pPr algn="l">
              <a:lnSpc>
                <a:spcPts val="4828"/>
              </a:lnSpc>
            </a:pPr>
          </a:p>
          <a:p>
            <a:pPr algn="l" marL="0" indent="0" lvl="1">
              <a:lnSpc>
                <a:spcPts val="4828"/>
              </a:lnSpc>
            </a:pPr>
            <a:r>
              <a:rPr lang="en-US" b="true" sz="395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 2: They don’t know how to speak English, how would they use the app or interact with the user?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95974" y="771415"/>
            <a:ext cx="5463326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2657"/>
              </a:lnSpc>
              <a:spcBef>
                <a:spcPct val="0"/>
              </a:spcBef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TEAM DECRYPTERS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0415" y="472750"/>
            <a:ext cx="13025398" cy="150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b="true" sz="11206" spc="-84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450M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9485" y="2660642"/>
            <a:ext cx="14400155" cy="7852584"/>
          </a:xfrm>
          <a:custGeom>
            <a:avLst/>
            <a:gdLst/>
            <a:ahLst/>
            <a:cxnLst/>
            <a:rect r="r" b="b" t="t" l="l"/>
            <a:pathLst>
              <a:path h="7852584" w="14400155">
                <a:moveTo>
                  <a:pt x="0" y="0"/>
                </a:moveTo>
                <a:lnTo>
                  <a:pt x="14400155" y="0"/>
                </a:lnTo>
                <a:lnTo>
                  <a:pt x="14400155" y="7852584"/>
                </a:lnTo>
                <a:lnTo>
                  <a:pt x="0" y="785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896" y="1095375"/>
            <a:ext cx="6523645" cy="47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557"/>
              </a:lnSpc>
            </a:pPr>
            <a:r>
              <a:rPr lang="en-US" sz="3557">
                <a:solidFill>
                  <a:srgbClr val="1E1E1E"/>
                </a:solidFill>
                <a:latin typeface="Aileron Light"/>
                <a:ea typeface="Aileron Light"/>
                <a:cs typeface="Aileron Light"/>
                <a:sym typeface="Aileron Light"/>
              </a:rPr>
              <a:t>TEAM DECRYPTERS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61948" y="611024"/>
            <a:ext cx="7628282" cy="286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1007"/>
              </a:lnSpc>
            </a:pPr>
            <a:r>
              <a:rPr lang="en-US" b="true" sz="11007" spc="-82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SO WE FIXED ALL THREE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2896" y="2651117"/>
            <a:ext cx="10361473" cy="607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593" b="true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The App: For clients, the MERN app enables them to find help instantly, by connecting them to the closest expert in the area.</a:t>
            </a:r>
          </a:p>
          <a:p>
            <a:pPr algn="l">
              <a:lnSpc>
                <a:spcPts val="4383"/>
              </a:lnSpc>
            </a:pPr>
          </a:p>
          <a:p>
            <a:pPr algn="l">
              <a:lnSpc>
                <a:spcPts val="4383"/>
              </a:lnSpc>
            </a:pPr>
            <a:r>
              <a:rPr lang="en-US" sz="3593" b="true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No Smartphones? The experts directly get an interactive phone call updating them about  the nearest jobs, which they can choose from.</a:t>
            </a:r>
          </a:p>
          <a:p>
            <a:pPr algn="l">
              <a:lnSpc>
                <a:spcPts val="4383"/>
              </a:lnSpc>
            </a:pPr>
          </a:p>
          <a:p>
            <a:pPr algn="l" marL="0" indent="0" lvl="1">
              <a:lnSpc>
                <a:spcPts val="4383"/>
              </a:lnSpc>
            </a:pPr>
            <a:r>
              <a:rPr lang="en-US" b="true" sz="3593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No English? The call can be in any one of 25 regional languages, our AI can give info and answer questions.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0643" y="2566050"/>
            <a:ext cx="6749114" cy="4425324"/>
          </a:xfrm>
          <a:custGeom>
            <a:avLst/>
            <a:gdLst/>
            <a:ahLst/>
            <a:cxnLst/>
            <a:rect r="r" b="b" t="t" l="l"/>
            <a:pathLst>
              <a:path h="4425324" w="6749114">
                <a:moveTo>
                  <a:pt x="0" y="0"/>
                </a:moveTo>
                <a:lnTo>
                  <a:pt x="6749113" y="0"/>
                </a:lnTo>
                <a:lnTo>
                  <a:pt x="6749113" y="4425324"/>
                </a:lnTo>
                <a:lnTo>
                  <a:pt x="0" y="4425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09" t="0" r="-1482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12358"/>
            <a:ext cx="16230600" cy="127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539"/>
              </a:lnSpc>
            </a:pPr>
            <a:r>
              <a:rPr lang="en-US" sz="9539" spc="-715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FEASABILITY AND SOCIAL GOOD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5616" y="2632725"/>
            <a:ext cx="8894401" cy="275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5"/>
              </a:lnSpc>
            </a:pPr>
            <a:r>
              <a:rPr lang="en-US" b="true" sz="4205" spc="21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TECHNICAL FEASIBILITY •</a:t>
            </a:r>
          </a:p>
          <a:p>
            <a:pPr algn="l">
              <a:lnSpc>
                <a:spcPts val="3455"/>
              </a:lnSpc>
            </a:pPr>
            <a:r>
              <a:rPr lang="en-US" sz="3455" spc="17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LIVEVOICE™ IN 25+ INDIAN LANGUAGES</a:t>
            </a:r>
          </a:p>
          <a:p>
            <a:pPr algn="l">
              <a:lnSpc>
                <a:spcPts val="3455"/>
              </a:lnSpc>
            </a:pPr>
            <a:r>
              <a:rPr lang="en-US" sz="3455" spc="17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REAL-TIME MONGODB CALL SYNC</a:t>
            </a:r>
          </a:p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3455" spc="17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CAN DIRECTLY TRANSFER CALL TO CLIENT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189551"/>
            <a:ext cx="10444916" cy="281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 spc="20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SOCIAL IMPACT  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 spc="18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ELIMINATING   UNNECESSARY COMMISIONS  TO  MIDDLE MAN 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 spc="18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FULL WORK HISTORY DATABASE</a:t>
            </a:r>
          </a:p>
          <a:p>
            <a:pPr algn="l" marL="777240" indent="-388620" lvl="1">
              <a:lnSpc>
                <a:spcPts val="3600"/>
              </a:lnSpc>
              <a:buFont typeface="Arial"/>
              <a:buChar char="•"/>
            </a:pPr>
            <a:r>
              <a:rPr lang="en-US" sz="3600" spc="18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ECONOMIC UPLIFMENT FOR LOCAL GIG WORKERS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3882" y="2656601"/>
            <a:ext cx="7619549" cy="6884532"/>
          </a:xfrm>
          <a:custGeom>
            <a:avLst/>
            <a:gdLst/>
            <a:ahLst/>
            <a:cxnLst/>
            <a:rect r="r" b="b" t="t" l="l"/>
            <a:pathLst>
              <a:path h="6884532" w="7619549">
                <a:moveTo>
                  <a:pt x="0" y="0"/>
                </a:moveTo>
                <a:lnTo>
                  <a:pt x="7619549" y="0"/>
                </a:lnTo>
                <a:lnTo>
                  <a:pt x="7619549" y="6884532"/>
                </a:lnTo>
                <a:lnTo>
                  <a:pt x="0" y="6884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993" y="656462"/>
            <a:ext cx="12933037" cy="150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1E1E1E"/>
                </a:solidFill>
                <a:latin typeface="Aileron Light"/>
                <a:ea typeface="Aileron Light"/>
                <a:cs typeface="Aileron Light"/>
                <a:sym typeface="Aileron Light"/>
              </a:rPr>
              <a:t>HOW DID WE MAKE IT?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541136"/>
            <a:ext cx="8331031" cy="699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014" indent="-365507" lvl="1">
              <a:lnSpc>
                <a:spcPts val="5044"/>
              </a:lnSpc>
              <a:buAutoNum type="arabicPeriod" startAt="1"/>
            </a:pPr>
            <a:r>
              <a:rPr lang="en-US" b="true" sz="3385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We are using an ear-brain-mouth model for automation of the voice agent. </a:t>
            </a:r>
          </a:p>
          <a:p>
            <a:pPr algn="l" marL="731014" indent="-365507" lvl="1">
              <a:lnSpc>
                <a:spcPts val="5044"/>
              </a:lnSpc>
              <a:buAutoNum type="arabicPeriod" startAt="1"/>
            </a:pPr>
            <a:r>
              <a:rPr lang="en-US" b="true" sz="3385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The Brain (here, Gemini) will automatically alter the database (MongoDB) after the call.</a:t>
            </a:r>
          </a:p>
          <a:p>
            <a:pPr algn="l" marL="731014" indent="-365507" lvl="1">
              <a:lnSpc>
                <a:spcPts val="5044"/>
              </a:lnSpc>
              <a:buAutoNum type="arabicPeriod" startAt="1"/>
            </a:pPr>
            <a:r>
              <a:rPr lang="en-US" b="true" sz="3385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We used LiveKit as the tunnel to put it all together.</a:t>
            </a:r>
          </a:p>
          <a:p>
            <a:pPr algn="l" marL="731014" indent="-365507" lvl="1">
              <a:lnSpc>
                <a:spcPts val="5044"/>
              </a:lnSpc>
              <a:buAutoNum type="arabicPeriod" startAt="1"/>
            </a:pPr>
            <a:r>
              <a:rPr lang="en-US" b="true" sz="3385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And of course, ol’ reliable React for the frontend and Express for the backend.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628" y="3088455"/>
            <a:ext cx="8907033" cy="6641029"/>
          </a:xfrm>
          <a:custGeom>
            <a:avLst/>
            <a:gdLst/>
            <a:ahLst/>
            <a:cxnLst/>
            <a:rect r="r" b="b" t="t" l="l"/>
            <a:pathLst>
              <a:path h="6641029" w="8907033">
                <a:moveTo>
                  <a:pt x="0" y="0"/>
                </a:moveTo>
                <a:lnTo>
                  <a:pt x="8907032" y="0"/>
                </a:lnTo>
                <a:lnTo>
                  <a:pt x="8907032" y="6641029"/>
                </a:lnTo>
                <a:lnTo>
                  <a:pt x="0" y="6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3382" y="3715742"/>
            <a:ext cx="8272475" cy="5542558"/>
          </a:xfrm>
          <a:custGeom>
            <a:avLst/>
            <a:gdLst/>
            <a:ahLst/>
            <a:cxnLst/>
            <a:rect r="r" b="b" t="t" l="l"/>
            <a:pathLst>
              <a:path h="5542558" w="8272475">
                <a:moveTo>
                  <a:pt x="0" y="0"/>
                </a:moveTo>
                <a:lnTo>
                  <a:pt x="8272475" y="0"/>
                </a:lnTo>
                <a:lnTo>
                  <a:pt x="8272475" y="5542558"/>
                </a:lnTo>
                <a:lnTo>
                  <a:pt x="0" y="5542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7144" y="974363"/>
            <a:ext cx="7563661" cy="127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539"/>
              </a:lnSpc>
            </a:pPr>
            <a:r>
              <a:rPr lang="en-US" sz="9539" spc="-715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DEMO TIME !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DAHCo3ul22Y</dc:identifier>
  <dcterms:modified xsi:type="dcterms:W3CDTF">2011-08-01T06:04:30Z</dcterms:modified>
  <cp:revision>1</cp:revision>
  <dc:title>Orange and White Modern Startup Pitch Deck Presentation</dc:title>
</cp:coreProperties>
</file>